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基于YOLO与多模态的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8F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校园安全智能监控系统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人工智能综合课程设计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2918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429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8F01"/>
                </a:solidFill>
              </a:rPr>
              <a:t>25-30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FPS帧率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32918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3429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A745"/>
                </a:solidFill>
              </a:rPr>
              <a:t>~15ms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推理延迟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2918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429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</a:rPr>
              <a:t>5类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94360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行为检测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项目负责人：黄鑫宇  |  团队成员：孙仲信、王攀、宛志超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2026.5.25  |  V2.0</a:t>
            </a:r>
            <a:endParaRPr lang="en-US" sz="11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3736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项目背景与研究目标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560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需求分析与架构设计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关键技术实现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280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5216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52160" y="2560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系统测试与性能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36576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85216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创新亮点与展望</a:t>
            </a:r>
            <a:endParaRPr lang="en-US" sz="16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45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A745"/>
                </a:solidFill>
              </a:rPr>
              <a:t>8项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功能100%通过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</a:rPr>
              <a:t>25-30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FPS检测帧率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~15ms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GPU推理延迟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8F01"/>
                </a:solidFill>
              </a:rPr>
              <a:t>4人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6656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团队协作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731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检测能力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奔跑、摔倒、人群聚集、禁区入侵、打架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双引擎架构：BBox + Skeleton并行检测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事件去重机制降低误报率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834640"/>
            <a:ext cx="731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系统特性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前后端分离：FastAPI + Vue.js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GPU加速（CUDA）+ FP16半精度推理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告警分级：CRITICAL/WARNING/INFO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31920"/>
            <a:ext cx="731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高级功能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CLIP跨模态特征检索（自然语言搜索）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MLLM多模态场景理解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自适应阈值三因子动态调整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9319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931920"/>
            <a:ext cx="731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深度学习+规则引擎混合架构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模块化可扩展设计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视频片段前后12秒自动存档</a:t>
            </a:r>
            <a:endParaRPr lang="en-US" sz="10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项目背景与研究目标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用户痛点分析</a:t>
            </a:r>
            <a:endParaRPr lang="en-US" sz="2000" dirty="0"/>
          </a:p>
        </p:txBody>
      </p:sp>
      <p:pic>
        <p:nvPicPr>
          <p:cNvPr id="6" name="Image 0" descr="e:/projects-YOLO/ppt_charts/chart_user_p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0292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46304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463040"/>
            <a:ext cx="73152" cy="10058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安保人员痛点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监控画面多难以全覆盖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异常发现不及时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响应速度慢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5603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2560320"/>
            <a:ext cx="73152" cy="100584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管理人员痛点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缺乏统计数据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历史追溯困难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难以掌握全局态势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65760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3657600"/>
            <a:ext cx="73152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系统管理员痛点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配置复杂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故障排查困难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维护成本高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项目背景与研究目标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YOLO系列模型性能演进</a:t>
            </a:r>
            <a:endParaRPr lang="en-US" sz="2000" dirty="0"/>
          </a:p>
        </p:txBody>
      </p:sp>
      <p:pic>
        <p:nvPicPr>
          <p:cNvPr id="6" name="Image 0" descr="e:/projects-YOLO/ppt_charts/chart_yolo_e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0292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46304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463040"/>
            <a:ext cx="73152" cy="13716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1920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YOLOv12核心检测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YOLO-Pose姿态估计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ByteTrack多目标跟踪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PyTorch + Ultralytics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92608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2926080"/>
            <a:ext cx="73152" cy="1737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GPU优化策略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0" y="33832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FP16半精度推理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cuDNN benchmark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CUDA内存限制80%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每18000帧清理缓存</a:t>
            </a:r>
            <a:endParaRPr lang="en-US" sz="10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需求分析与架构设计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系统四层架构</a:t>
            </a:r>
            <a:endParaRPr lang="en-US" sz="2000" dirty="0"/>
          </a:p>
        </p:txBody>
      </p:sp>
      <p:pic>
        <p:nvPicPr>
          <p:cNvPr id="6" name="Image 0" descr="e:/projects-YOLO/ppt_charts/chart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1148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146304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463040"/>
            <a:ext cx="73152" cy="10972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920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Vue.js 3 + Element Plus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Dashboard/Monitor/Events/Alarms/Config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深色工业监控风格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响应式布局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65176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2651760"/>
            <a:ext cx="73152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0" y="3108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FastAPI 0.110 + Uvicorn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RESTful API + WebSocket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安全认证 + 速率限制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请求追踪X-Request-ID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384048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3840480"/>
            <a:ext cx="73152" cy="10972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SQLite轻量数据库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CLIP特征向量索引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事件/告警/配置存储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视频片段存档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需求分析与架构设计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技术栈选型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FastAPI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Uvicorn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WebSocket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SQLite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Vue.js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Element Plus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Axios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8F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YOLOv12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ByteTrack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YOLO-Pose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CLIP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2004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Windows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Jetson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Nginx</a:t>
            </a:r>
            <a:endParaRPr lang="en-US" sz="12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关键技术实现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五类行为检测算法性能</a:t>
            </a:r>
            <a:endParaRPr lang="en-US" sz="2000" dirty="0"/>
          </a:p>
        </p:txBody>
      </p:sp>
      <p:pic>
        <p:nvPicPr>
          <p:cNvPr id="6" name="Image 0" descr="e:/projects-YOLO/ppt_charts/chart_behavior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1148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14630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463040"/>
            <a:ext cx="73152" cy="13716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奔跑检测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速度&gt;350px/s持续0.4s触发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步态分析：垂直振荡+步频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自适应持续时间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9260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2926080"/>
            <a:ext cx="73152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摔倒检测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0" y="33832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5信号融合：角度+速度+宽高比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宽高比突变&lt;0.85触发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弯曲抑制降低误报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43891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4389120"/>
            <a:ext cx="73152" cy="6400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其他检测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0" y="4846320"/>
            <a:ext cx="35661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人群：距离聚类4人以上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入侵：点-in-多边形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打架：IOU&lt;0.05+混乱度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核心功能模块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系统处理延迟分析</a:t>
            </a:r>
            <a:endParaRPr lang="en-US" sz="2000" dirty="0"/>
          </a:p>
        </p:txBody>
      </p:sp>
      <p:pic>
        <p:nvPicPr>
          <p:cNvPr id="6" name="Image 0" descr="e:/projects-YOLO/ppt_charts/chart_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0292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46304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463040"/>
            <a:ext cx="73152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GPU优化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1920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CUDA加速并行计算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半精度FP16推理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显存占用~4GB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92608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2926080"/>
            <a:ext cx="73152" cy="13716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跟踪算法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0" y="3383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ByteTrack运动特征关联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解决遮挡与消失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跨帧身份一致性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43891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4389120"/>
            <a:ext cx="73152" cy="6400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4480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0" y="4846320"/>
            <a:ext cx="26517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总延迟~31ms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满足实时需求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核心功能模块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告警引擎机制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CRITICAL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打架/摔倒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30秒抑制，5分钟升级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C107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WARNING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入侵/人群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30秒抑制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INFO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奔跑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30秒抑制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08960"/>
            <a:ext cx="73152" cy="1645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抑制窗口：30秒内相同告警不重复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聚合窗口：60秒内合并计数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速率限制：每分钟最多20条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多通道：Log/Webhook/Email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108960"/>
            <a:ext cx="73152" cy="1645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566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active → acknowledged → resolved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CRITICAL未处理自动升级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完整审计追踪</a:t>
            </a:r>
            <a:endParaRPr lang="en-US" sz="10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系统测试与性能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功能测试结果</a:t>
            </a:r>
            <a:endParaRPr lang="en-US" sz="2000" dirty="0"/>
          </a:p>
        </p:txBody>
      </p:sp>
      <p:pic>
        <p:nvPicPr>
          <p:cNvPr id="6" name="Image 0" descr="e:/projects-YOLO/ppt_charts/chart_function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0292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46304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463040"/>
            <a:ext cx="73152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RTX 4070 Laptop GPU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CUDA 12.6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PyTorch 2.11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Windows 11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7432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2743200"/>
            <a:ext cx="73152" cy="11887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0" y="3200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帧率：25-30 FPS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推理：~15ms/帧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API响应：&lt;50ms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40233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4023360"/>
            <a:ext cx="73152" cy="10058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连续运行8小时+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无内存泄漏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GPU显存稳定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系统测试与性能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资源消耗分布</a:t>
            </a:r>
            <a:endParaRPr lang="en-US" sz="2000" dirty="0"/>
          </a:p>
        </p:txBody>
      </p:sp>
      <p:pic>
        <p:nvPicPr>
          <p:cNvPr id="6" name="Image 0" descr="e:/projects-YOLO/ppt_charts/chart_resou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1148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14630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463040"/>
            <a:ext cx="73152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GPU计算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模型推理35%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骨架提取25%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视频编码15%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9260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2926080"/>
            <a:ext cx="73152" cy="13716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资源优化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0" y="33832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显存占用~4GB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CPU内存使用合理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网络传输10%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43891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4389120"/>
            <a:ext cx="73152" cy="6400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0" y="4846320"/>
            <a:ext cx="35661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资源利用率高，适合边缘部署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创新亮点与展望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</a:t>
            </a:r>
            <a:endParaRPr lang="en-US" sz="2000" dirty="0"/>
          </a:p>
        </p:txBody>
      </p:sp>
      <p:pic>
        <p:nvPicPr>
          <p:cNvPr id="6" name="Image 0" descr="e:/projects-YOLO/ppt_charts/chart_t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1148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146304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E8F4F8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黄鑫宇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项目负责人/后端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</a:rPr>
              <a:t>30%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224028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E8F4F8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孙仲信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2331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算法工程师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4672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</a:rPr>
              <a:t>30%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846320" y="30175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E8F4F8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王攀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前端工程师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4672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</a:rPr>
              <a:t>25%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46320" y="379476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E8F4F8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3886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宛志超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0" y="3886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测试/部署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04672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</a:rPr>
              <a:t>15%</a:t>
            </a:r>
            <a:endParaRPr lang="en-US" sz="14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创新亮点与展望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系统综合能力评估</a:t>
            </a:r>
            <a:endParaRPr lang="en-US" sz="2000" dirty="0"/>
          </a:p>
        </p:txBody>
      </p:sp>
      <p:pic>
        <p:nvPicPr>
          <p:cNvPr id="6" name="Image 0" descr="e:/projects-YOLO/ppt_charts/chart_system_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1148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14630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463040"/>
            <a:ext cx="73152" cy="1280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创新架构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深度学习+规则引擎混合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双引擎检测（BBox+Skeleton）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事件去重机制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8346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2834640"/>
            <a:ext cx="73152" cy="12801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智能特性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0" y="3291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自适应阈值三因子调整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CLIP跨模态检索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MLLM场景理解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42062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4206240"/>
            <a:ext cx="73152" cy="91440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0" y="4663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模块化可扩展设计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配置驱动灵活调整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本地+ Docker + Jetson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1371600"/>
            <a:ext cx="1828800" cy="45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成功实现基于YOLO的智能监控系统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5类异常行为实时检测（25-30 FPS）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双引擎架构提升检测精度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前后端分离，可部署可复现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40233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扩充训练数据集 → 提升泛化能力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增加行为类型 → 攀爬、滞留、遗留物检测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多摄像头协同 → 全局态势分析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真实场景试点 → 持续迭代优化</a:t>
            </a:r>
            <a:endParaRPr lang="en-US" sz="11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18F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291840"/>
            <a:ext cx="18288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基于YOLO与多模态的校园安全智能监控系统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人工智能综合课程设计  |  2026.5.25</a:t>
            </a:r>
            <a:endParaRPr lang="en-US" sz="12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2026-06-02T03:02:11Z</dcterms:created>
  <dcterms:modified xsi:type="dcterms:W3CDTF">2026-06-02T03:02:11Z</dcterms:modified>
</cp:coreProperties>
</file>